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spc="-2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title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Subtitle or short description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-30" kern="0" dirty="0">
                <a:solidFill>
                  <a:srgbClr val="6E6B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 · portfolio.sc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B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-24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-4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Portfolio picks and builds its projects.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-1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goes 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spc="-4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We pick projects with extreme leverage ratios.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spc="-4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Each one runs as its own venture, with its own brand and team.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spc="-4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Portfolio provides capital, infrastructure, and tempo.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spc="-4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spc="-40" kern="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studio runs as a venture series. We move from concept to operating entity in weeks.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309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-65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0" y="6309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-30" kern="0" dirty="0">
                <a:solidFill>
                  <a:srgbClr val="6E6B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Deck Template</dc:title>
  <dc:subject>PptxGenJS Presentation</dc:subject>
  <dc:creator>Portfolio</dc:creator>
  <cp:lastModifiedBy>Portfolio</cp:lastModifiedBy>
  <cp:revision>1</cp:revision>
  <dcterms:created xsi:type="dcterms:W3CDTF">2026-05-11T13:39:26Z</dcterms:created>
  <dcterms:modified xsi:type="dcterms:W3CDTF">2026-05-11T13:39:26Z</dcterms:modified>
</cp:coreProperties>
</file>